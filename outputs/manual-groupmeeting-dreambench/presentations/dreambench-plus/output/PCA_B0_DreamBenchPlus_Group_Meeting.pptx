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373e84d1b143b7" /><Relationship Type="http://schemas.openxmlformats.org/officeDocument/2006/relationships/extended-properties" Target="/docProps/app.xml" Id="R4599d091a9004596" /><Relationship Type="http://schemas.openxmlformats.org/officeDocument/2006/relationships/officeDocument" Target="/ppt/presentation.xml" Id="R9bc59182f1a7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60c9c2779b4e9a"/>
  </p:sldMasterIdLst>
  <p:notesMasterIdLst>
    <p:notesMasterId xmlns:r="http://schemas.openxmlformats.org/officeDocument/2006/relationships" r:id="Rdae44e99aa1c467c"/>
  </p:notesMasterIdLst>
  <p:sldIdLst>
    <p:sldId xmlns:r="http://schemas.openxmlformats.org/officeDocument/2006/relationships" id="256" r:id="Rcd69b5ca32174d72"/>
    <p:sldId xmlns:r="http://schemas.openxmlformats.org/officeDocument/2006/relationships" id="257" r:id="Reaa026f8324348c5"/>
    <p:sldId xmlns:r="http://schemas.openxmlformats.org/officeDocument/2006/relationships" id="258" r:id="Raebd7135538a4150"/>
    <p:sldId xmlns:r="http://schemas.openxmlformats.org/officeDocument/2006/relationships" id="259" r:id="Re84bbbf46c674e21"/>
    <p:sldId xmlns:r="http://schemas.openxmlformats.org/officeDocument/2006/relationships" id="260" r:id="Ra989d69014694cca"/>
    <p:sldId xmlns:r="http://schemas.openxmlformats.org/officeDocument/2006/relationships" id="261" r:id="Rb153e62ee7be4d48"/>
    <p:sldId xmlns:r="http://schemas.openxmlformats.org/officeDocument/2006/relationships" id="262" r:id="Re61a56d44c374b8c"/>
    <p:sldId xmlns:r="http://schemas.openxmlformats.org/officeDocument/2006/relationships" id="263" r:id="Rfee9c97bf024405f"/>
    <p:sldId xmlns:r="http://schemas.openxmlformats.org/officeDocument/2006/relationships" id="264" r:id="R164a82d35fc443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0c9c2779b4e9a" /><Relationship Type="http://schemas.openxmlformats.org/officeDocument/2006/relationships/theme" Target="/ppt/theme/theme1.xml" Id="Rc749d83d71aa43a6" /><Relationship Type="http://schemas.openxmlformats.org/officeDocument/2006/relationships/notesMaster" Target="/ppt/notesMasters/notesMaster1.xml" Id="Rdae44e99aa1c467c" /><Relationship Type="http://schemas.openxmlformats.org/officeDocument/2006/relationships/presProps" Target="/ppt/presProps.xml" Id="Rea076ede8b6b4e29" /><Relationship Type="http://schemas.openxmlformats.org/officeDocument/2006/relationships/viewProps" Target="/ppt/viewProps.xml" Id="R05f1a9567f7a446b" /><Relationship Type="http://schemas.openxmlformats.org/officeDocument/2006/relationships/tableStyles" Target="/ppt/tableStyles.xml" Id="Rdc93c354337746d0" /><Relationship Type="http://schemas.openxmlformats.org/officeDocument/2006/relationships/slide" Target="/ppt/slides/slide1.xml" Id="Rcd69b5ca32174d72" /><Relationship Type="http://schemas.openxmlformats.org/officeDocument/2006/relationships/slide" Target="/ppt/slides/slide2.xml" Id="Reaa026f8324348c5" /><Relationship Type="http://schemas.openxmlformats.org/officeDocument/2006/relationships/slide" Target="/ppt/slides/slide3.xml" Id="Raebd7135538a4150" /><Relationship Type="http://schemas.openxmlformats.org/officeDocument/2006/relationships/slide" Target="/ppt/slides/slide4.xml" Id="Re84bbbf46c674e21" /><Relationship Type="http://schemas.openxmlformats.org/officeDocument/2006/relationships/slide" Target="/ppt/slides/slide5.xml" Id="Ra989d69014694cca" /><Relationship Type="http://schemas.openxmlformats.org/officeDocument/2006/relationships/slide" Target="/ppt/slides/slide6.xml" Id="Rb153e62ee7be4d48" /><Relationship Type="http://schemas.openxmlformats.org/officeDocument/2006/relationships/slide" Target="/ppt/slides/slide7.xml" Id="Re61a56d44c374b8c" /><Relationship Type="http://schemas.openxmlformats.org/officeDocument/2006/relationships/slide" Target="/ppt/slides/slide8.xml" Id="Rfee9c97bf024405f" /><Relationship Type="http://schemas.openxmlformats.org/officeDocument/2006/relationships/slide" Target="/ppt/slides/slide9.xml" Id="R164a82d35fc443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96c37b65e4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f134909104805" /><Relationship Type="http://schemas.openxmlformats.org/officeDocument/2006/relationships/notesMaster" Target="/ppt/notesMasters/notesMaster1.xml" Id="Rd2ad2f324ed8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5be6b37b7d4919" /><Relationship Type="http://schemas.openxmlformats.org/officeDocument/2006/relationships/notesMaster" Target="/ppt/notesMasters/notesMaster1.xml" Id="R8f6781c1cf1e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dc0f443cd4435e" /><Relationship Type="http://schemas.openxmlformats.org/officeDocument/2006/relationships/notesMaster" Target="/ppt/notesMasters/notesMaster1.xml" Id="Raa2d25e21b924c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35a528bb7342a0" /><Relationship Type="http://schemas.openxmlformats.org/officeDocument/2006/relationships/notesMaster" Target="/ppt/notesMasters/notesMaster1.xml" Id="R4906b60b2759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6837a35b24f93" /><Relationship Type="http://schemas.openxmlformats.org/officeDocument/2006/relationships/notesMaster" Target="/ppt/notesMasters/notesMaster1.xml" Id="Rc48a68687fb74f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4a26748ebd4d41" /><Relationship Type="http://schemas.openxmlformats.org/officeDocument/2006/relationships/notesMaster" Target="/ppt/notesMasters/notesMaster1.xml" Id="Rebe443cda05c48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cf2edf28cf4692" /><Relationship Type="http://schemas.openxmlformats.org/officeDocument/2006/relationships/notesMaster" Target="/ppt/notesMasters/notesMaster1.xml" Id="Rb6ade7908cc243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4eab8325a54aa5" /><Relationship Type="http://schemas.openxmlformats.org/officeDocument/2006/relationships/notesMaster" Target="/ppt/notesMasters/notesMaster1.xml" Id="R976280168f2248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1a83d9c5604700" /><Relationship Type="http://schemas.openxmlformats.org/officeDocument/2006/relationships/notesMaster" Target="/ppt/notesMasters/notesMaster1.xml" Id="Rfc492942cf6648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f6f5366bd4e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0e194f03590431d" /><Relationship Type="http://schemas.openxmlformats.org/officeDocument/2006/relationships/slideLayout" Target="/ppt/slideLayouts/slideLayout2.xml" Id="Rfb0fc3387b0544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0fc3387b0544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f34f227ec94735" /><Relationship Type="http://schemas.openxmlformats.org/officeDocument/2006/relationships/notesSlide" Target="/ppt/notesSlides/notesSlide1.xml" Id="Rbbe91a96a68d44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a2e9e041c4eea" /><Relationship Type="http://schemas.openxmlformats.org/officeDocument/2006/relationships/notesSlide" Target="/ppt/notesSlides/notesSlide2.xml" Id="R531881db01d642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044e066c12416e" /><Relationship Type="http://schemas.openxmlformats.org/officeDocument/2006/relationships/notesSlide" Target="/ppt/notesSlides/notesSlide3.xml" Id="Reb2a71367727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1da28e1624492" /><Relationship Type="http://schemas.openxmlformats.org/officeDocument/2006/relationships/notesSlide" Target="/ppt/notesSlides/notesSlide4.xml" Id="Ra50e0f78c20e48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dd498eb7d4921" /><Relationship Type="http://schemas.openxmlformats.org/officeDocument/2006/relationships/notesSlide" Target="/ppt/notesSlides/notesSlide5.xml" Id="R3659359ed78746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65025ccbf7452c" /><Relationship Type="http://schemas.openxmlformats.org/officeDocument/2006/relationships/notesSlide" Target="/ppt/notesSlides/notesSlide6.xml" Id="R7e4ddcafb6a948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d689dd4694689" /><Relationship Type="http://schemas.openxmlformats.org/officeDocument/2006/relationships/notesSlide" Target="/ppt/notesSlides/notesSlide7.xml" Id="R5ec9deeb80a641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faa6608d44270" /><Relationship Type="http://schemas.openxmlformats.org/officeDocument/2006/relationships/notesSlide" Target="/ppt/notesSlides/notesSlide8.xml" Id="R9617820a6bd747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7caa4e7fa74981" /><Relationship Type="http://schemas.openxmlformats.org/officeDocument/2006/relationships/notesSlide" Target="/ppt/notesSlides/notesSlide9.xml" Id="Rd870e248612b45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E8A406-C117-41E0-826A-B0FD8E2E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591A0-B083-4CF2-B85E-429F217C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FD46-23FE-4C5F-8A7D-6802A8FD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6F047-2727-4205-AD92-290D54DE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E0BE-3C65-448C-B04D-74C0790B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A4220-C5F6-48F3-A281-74D46845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C27EF-416E-4AD8-AFAE-C8CE3B4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F4CED-42E9-4CF7-8C5F-3022E4CE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rPr>
              <a:t>组会汇报 · 2026-05-27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02055-D1ED-46BA-9EB8-6AD01245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838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从保主体到打动人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B9793-11EA-40E8-926E-38E59051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rPr>
              <a:t>主体一致性门槛下的审美、情绪与记忆激活生成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F5D94-3E46-4526-9854-49E45620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6591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E131C-E928-4FB5-81BA-4E737E51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6153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Good Output = Subject Consistency Gate + Causal-Temporal Perceptual Activation + Human Memory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DF629-CE3A-4AF4-835B-C7A463B0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43000"/>
            <a:ext cx="28575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08BFD-8B17-443B-AE84-539A0EA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主论文押注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5FBD7-D940-4BDC-A0C8-356F9D0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DreamBench++</a:t>
            </a:r>
          </a:p>
          <a:p xmlns:a="http://schemas.openxmlformats.org/drawingml/2006/main">
            <a:pPr algn="l">
              <a:defRPr sz="1500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A Human-Aligned Benchmark for Personalized Image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EA3AC-50F1-4DAE-BA47-B4861E1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238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定位：不把主体一致性当终点，而是把它作为进入美感、情绪、记忆优化的 gate。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1389A-8B98-4DAD-9948-DB6087B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E9BAA-E122-4DD1-B422-E528A56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1088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9312E-0F85-4AC7-A006-D0779D5B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FCC02-1937-4DEF-8B44-38361920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DB952-96D8-43F3-BD0F-A49D19CD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6BBA5-8B3A-4BA8-A71B-C5C95D9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F3064-8DF6-4345-8281-C5BD6DA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39534-20CC-4AF0-BEC9-23DA7333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5B3C3-14E8-4376-B88C-02C6A8EE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DBA91-EE22-4366-AECA-2AC0BFD7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我的问题不是“更像”，而是“保住后更动人”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D3B2B-3B27-47F8-8C85-FE6EDF9A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53AF3-0500-4AE3-809B-342A85B8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两层任务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93911-3D35-4006-AA85-B846FE33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B643C-DECC-4D2D-B539-10AFB386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323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rPr>
              <a:t>第一层：主体一致性是门槛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6A855-D7E6-46D2-A748-854FF4F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EB27C-9D47-40ED-A1A9-3FBBA079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D57DA-1045-460C-9B1F-AF276DB1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第二层：美感、情绪、记忆激活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CFEBB-26A6-4746-99C1-54171B20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59C2B-FE24-4876-9145-231CEC60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研究核心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23E57-BCC0-49A7-8D62-888CE045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B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28970-F1C9-4237-83FD-D08C742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Reference image 不是复制模板，而是主体、价值和记忆的锚点。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603F7-1100-441F-8F15-981543D1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64F49-AB1C-4C33-BAFF-83D9764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主体 gate 通过后，才比较“哪一张更美、更动人、更像记忆”。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F11FC-FAED-40B3-9F3A-B59CB567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A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10C4C-3E1D-4064-B706-9A740F92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创新点从“保主体”后移到“如何安全激活感知变量”。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920C0-B98C-4633-BA52-55A7468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C29B9-4D1C-47CF-9141-4CFB8E2F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58309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FCC22-CF7E-4483-AE74-4A965CA2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55999-D840-4880-B832-04C7CD44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9B369-068C-428F-BCE8-CEB517F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C7759-8137-4F14-A23E-7C91576E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57124-7AEC-40BA-A449-CDD84BFD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D0EB3-AAF3-409B-9C8E-8A6CF06B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6C91E-800B-4BEB-BB26-1FAB835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34143-832F-402E-A40B-315AE736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主体一致性 baseline：不是找万能文章，而是找强路线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7C039-3D57-4626-950F-04F1742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62414-BEEA-4A85-9477-D420F090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7E4FE-67D7-40A2-9C70-583FAACF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Fine-tuning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CFCBE-117E-46D4-AE3A-A502C201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DreamBooth / Custom Diffusion：少样本主体定制与多概念干扰。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9E54B-5C4C-40CB-8F12-683DE79E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BFA94-BE5D-4348-A744-8FBB2A1F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1ACCD-56AE-46DD-9C9E-E34BB7F0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Token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67863-6107-4746-B1CF-9A65A86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Textual Inversion：用 learned token 表示新概念，成本低但表达有限。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8D89D-95B2-400A-B86C-B89AFE00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7EAC4-E56C-41FC-811D-C38841A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D66E6-4142-4F9E-B823-A72346B2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621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Adapter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1CC2F-000C-4DC0-B75C-C97A4278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IP-Adapter：图像提示接入 workflow，最适合作为 PCA-B0 第一批工程入口。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53AFE-8E6C-4E16-BDE4-E2C80D00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C7B2A-D3E3-442B-A1B1-9358650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14E58-7743-4326-B996-3FAD33FD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Identity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F67B9-88F0-4F3D-BCCB-72ADD398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PhotoMaker / InstantID：人像身份保持强，但属于 identity 子域。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E62AA-3CAC-4987-9161-D97143E5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E7D2D-3714-429E-9EFD-C387A3AF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93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36794-1236-4D26-B41E-A04A882C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9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Subject representation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7592A-2897-4482-870C-B349CA4E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338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BLIP-Diffusion：用预训练 subject representation 连接理解和生成。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0F243-4DF8-4BDD-A299-8BB0D2D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5523E-3B67-4826-9510-E081E1F6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3A5C1-B546-4C1C-869E-F8C10A9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Benchmark route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F4BFA6-542F-4CCC-BDE0-B77184F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DreamBench++：把主体一致性和 prompt following 拆开评估。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02787E-FC8F-4A9C-A52B-C1293E9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ED5FC3-E019-40E5-BB0B-7DE99A05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结论：主体一致性是底线约束，不是最终创新点；PCA-B0 的空间在 gate 之后。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0B7D1-05B5-47A4-8525-511E1B8F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E16DCF-AA26-4723-A6C2-4CBD100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81358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3B73A-EC20-48F4-BD67-6A0DFEE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F8F77-CB3F-4A3B-8643-6D725F74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A0505-00CC-4A67-A6B7-C1B532C6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2E571-392D-497B-9118-34719502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1AE0D-CACB-4F4E-A7DB-D9918C58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7CEB3-D41A-4A67-A4AC-C66C637D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E6A5A-9E57-407F-95A6-D13007F0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60724-1039-4CF1-A8BA-24A5CF23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主押 DreamBench++：最适合做 subject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DE178-B375-4407-A4BB-6335F98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857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6CEFC-1302-4822-B41E-C6E1F52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DreamBench++</a:t>
            </a:r>
          </a:p>
          <a:p xmlns:a="http://schemas.openxmlformats.org/drawingml/2006/main">
            <a:pPr algn="l">
              <a:defRPr sz="17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A Human-Aligned Benchmark for Personalized Image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81525-C295-41C1-8E2F-0ED63620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B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2AB52-E102-476B-BD70-D9E741FC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480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ICLR 2025 conference paper，用于 personalized image generation 评估。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CAF73-131A-4380-9A27-2EEC3F4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B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8DDBF-32BF-4355-829B-6894C11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7665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核心拆分：Concept Preservation + Prompt Following。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D5E8D-1AAE-46F8-8250-24B58EAA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A7AB6-73CE-4EF9-A361-5F5C4EC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0530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强调 human-aligned evaluation，缓解 CLIP/DINO 与人类判断不一致。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A8F01-293F-4D10-AD62-A325E4F9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4A5CB-9BE1-4ACF-9A54-0C295A8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447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可讲的关键数字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AC060-B525-4C71-970B-AD40F44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133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927AF-5D9B-46EB-A0C4-3CF7306C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150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043CD-FD59-4CAC-8BA6-AE48C6A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high-quality reference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2AF82-B96A-4761-A827-1FFAA4BB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133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DD97F-117B-41C8-B68F-D1E1A67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1,350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6FD77-6313-48CF-9594-11A5E6F6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D87B8-0CF4-40D9-98F2-5A2A772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133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4B166-BCBF-4458-A81D-8A6E443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FC0EF-727D-473B-9E8D-A483EDF8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052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modern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94F8D-717D-4A9B-BA93-84190AF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rPr>
              <a:t>我的用法：DreamBench++ 不负责“动人”，但负责先判断主体有没有保住，以及 prompt 是否被执行。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A7637-CD5E-4297-A31C-81C415C1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3A482-1243-4D4C-9C29-48306360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96729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BC514-6A6F-433D-9740-8816CD07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30929-9D4F-4E14-A0DC-FA5EA4B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14C56-F4B8-4643-AC8B-64D06D49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073F1-E97C-440F-BFDF-BA1631EC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F7B73-2814-4E53-9B92-C34C5D2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4F52E-4393-44AC-9EF0-AA7BB8B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1A66F-516F-4536-B8E0-BF5237E9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3DA7B-7FEE-4BD6-86C4-AC3AAD6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从 DreamBench++ 到 PCA-B0：地基之后继续建楼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91AAC-28E1-4792-91F6-2F8AC0E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7AEA8-D29C-4EF0-B21E-731A8DC9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DC54C-1E00-40F4-96E9-D293B1AE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Reference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42F79-3AE1-40E8-B32A-C894084D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主体、身份、物件、用户记忆锚点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D2556-9501-482B-8EEB-70D6C223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AE5B4-B406-4515-9CF9-2BA83E52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2F051-745A-467C-BBCB-504F1492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479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Personalized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D0E47-2C89-4F61-9A99-085A8137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DreamBooth / IP-Adapter / PhotoMaker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EDEB1-8DF7-4C30-B7A7-4CAA178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8BD89-4572-4729-A47A-1DB3F4FE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FF4CE-487B-46B0-826B-D999C82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DreamBench++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7878C-2DA8-432C-9563-8C92E60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Concept Preservation + Prompt Following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13137-FEC3-4FA4-AA09-B2CAF7D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BCBD6-227C-4C94-B327-CAF8C8FE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B07A1-35B5-4216-88C2-E054D67F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4792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PCA-B0 / CTAS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2C575-9A5C-4E3D-8A77-6AD3F295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美感、情绪、记忆激活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4322C-C1DC-4A7B-BF8C-6536DBCF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43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85E69-0A98-444B-AE0A-FFD72C3E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448A1-AA66-4367-8DA1-18FBED53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43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476E5-5259-4494-BE60-501DFEB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0F6D9-74AE-4723-95A7-C2B8BF56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24350"/>
            <a:ext cx="830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关键差异：DreamBench++ 问“有没有保住主体”；PCA-B0 继续问“保住之后，怎样更美、更动人、更能唤起记忆”。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7168F9-DE59-4407-8F46-175BE8EB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3A5C26-A47A-4676-B755-5FAC78CC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88553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F5EFD3-A5C5-45AB-9ECD-495EC635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0CF15-4614-4162-8A4A-A85D3C1F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4D6A-5A69-47AE-83F1-3AF34442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B0BFA-52ED-4D2B-BF5F-24AE5738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5E67B-BC32-4BBA-A62C-01D47534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173E6-D5F4-4582-B669-5CE5A588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D6A29-4448-4094-8133-4EA6F7F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08FC5-8D8E-4F16-9BED-EFE90261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CTAS：因果潜空间 × 扩散时间阶段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ACAA9-BB2D-4FB2-AABF-B7E46CD9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FCECF-0D9A-4A9F-B401-20315DED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0D2EA-A9CC-4244-9D13-72404209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C3B0D-19F4-4405-9DC3-CA4E5629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主体、身份、对象不变量。它失效后，后续审美和记忆都失去锚点。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79D00-009D-4A45-8BE1-2E4FAFE6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F1AA5-9A78-4558-861C-5B68DB03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95970-660C-4E9C-A66F-F0191C7D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S_aes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3B307-345B-4ED3-A37F-7852C68D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颜色、构图、光影、质感、复杂度、风格流畅性。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975D2-4004-4C61-AF61-DC178930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86769-7AEB-45B9-89E7-6E04580B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C7FF8-F81A-497C-B822-CE5656CB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S_affect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D930E-2794-4C69-8BC9-59DA5AF2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温暖、孤独、怀旧、庄严、震撼、被打动。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B6B11-9326-4884-9329-7D2055B1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188E2-34FE-48F1-9247-52C352D5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6B6B9-118D-4041-944D-0E4E098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S_mem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D43CA-9923-4194-A9FF-D860AC27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个人经历、物件线索、时代感、文化符号和熟悉性。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6939E-C243-45A2-8772-7B35E85D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036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5ED4A-2280-4265-967E-5B8698B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时间调制假设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DB5E2-22D0-46F4-986D-E53DBE22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1BF4C-7C31-443B-B32D-4F9FF0E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719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T_early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7C04B-9187-4DC7-AD1F-F3E23B2F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锁主体结构和大轮廓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497BE3-D024-4656-8077-99FD4393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F767FD-6011-4D2D-95CE-5CF3F02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719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948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8948B"/>
                </a:solidFill>
                <a:latin typeface="Segoe UI"/>
                <a:ea typeface="Segoe UI"/>
                <a:cs typeface="Segoe UI"/>
              </a:rPr>
              <a:t>T_mid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048F9-4767-4372-B9B8-805C8325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71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调语义、构图和情绪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119AA-DCC2-4937-8423-778B3FF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67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39057-35B3-4DA0-B38C-E8B511A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719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BD61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EDBD61"/>
                </a:solidFill>
                <a:latin typeface="Segoe UI"/>
                <a:ea typeface="Segoe UI"/>
                <a:cs typeface="Segoe UI"/>
              </a:rPr>
              <a:t>T_late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BC8FF7-FB80-48D1-983E-57697076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719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调光影、材质和审美细节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A30BA-E7B7-4AD4-94AB-8C15F3A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006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5B74"/>
                </a:solidFill>
                <a:latin typeface="Microsoft YaHei"/>
                <a:ea typeface="Microsoft YaHei"/>
                <a:cs typeface="Microsoft YaHei"/>
              </a:rPr>
              <a:t>要研究的不是四个分数相加，而是变量之间的冲突、因果关系和安全干预窗口。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66267B-4FC8-4B98-A483-2A5FB66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AC9915-B50D-4832-8A40-8580B6FE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1458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02516-72A3-495D-9CD1-1385F02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86AB2-9ADB-46C5-ACE0-C8B35503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877F3-8080-42E1-B597-69117D42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B6AA6-DBA8-4F61-A6D3-13BC00B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F78BE-6569-480E-9082-32EC0DC1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4B3D5-D768-4CE9-A21F-D8152CE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D7FF-8418-454A-909D-3B3B5FA8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33109-B9BA-43E1-BA1B-628D010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2026 补充：说明看过最新，但不替代主线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080CC-2BC0-4E87-A1DF-42BBF84B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8101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788A6-71AA-46FE-B2D9-37AF442C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810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BE4B-4F8A-4085-8FC1-0A4D15B3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DSH-Bench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AB1A2-93A9-450C-A25C-0672822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2026 subject-driven T2I benchmark，可作为最新评估补充，帮助发现更细的 subject failure 类型。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58BBD-A107-46B3-B473-26E02A89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https://arxiv.org/abs/2603.08090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91EC9-0594-4B8E-A0E6-45A77D1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790700"/>
            <a:ext cx="48101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8C923-AB4C-4196-909B-F29BCEE0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790700"/>
            <a:ext cx="4810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361F9-66A9-4417-BB6D-56EF8A1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90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2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2235"/>
                </a:solidFill>
                <a:latin typeface="Segoe UI"/>
                <a:ea typeface="Segoe UI"/>
                <a:cs typeface="Segoe UI"/>
              </a:rPr>
              <a:t>Personalize Anything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D8FDB-F255-499B-B2B6-7F5191B3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241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AAAI 2026 open-source personalized generation 方法，可作为新架构和 training-free personalization 的观察口。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1A881-1E1E-429D-97FE-DEB28C68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14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https://github.com/fenghora/personalize-anything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819DC-9859-4C31-8468-1F94F9DF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D576C-F1B5-47D9-B68D-FC835A99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汇报策略：DreamBench++ 负责稳定 subject gate；2026 工作负责说明趋势更新。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2EC99-98DB-4AA6-B918-F162283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E6BA1-A728-401B-8705-12FA67DA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62737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7D75CC-A2BA-41C5-8551-41BB98E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0B847-7DCF-41B7-AD40-2FE8429D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0B45D-E89D-4530-89BF-EC5E8BED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E389C-00E7-4038-A7A4-CAE2D773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339E4-6677-4B36-91CF-31E2A1B5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213B2-D656-4A2F-BB83-AF35D6BC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11970-5205-466E-906B-6FE69B12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106F3-B666-4D5F-A552-CCC02CB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下一步：最小可复现实验，不急着堆大模型训练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B04E-2AC4-49B9-AE4B-B208D074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F24B1-B52B-4D40-9278-D557E834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B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34C66-89F2-44EA-9A5E-FD01D4F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145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2A659-EDBF-4F1C-895A-9EE88761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764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49795-6F2D-46C1-8E72-4CBA7B1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9547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DreamBooth LoRA / IP-Adapter / PhotoMaker / InstantID 生成同主体候选。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79A17-3055-4458-AB4D-0C5B1130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7796F-9534-41AB-AB11-4B6CCF5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B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0EE10-339F-48EB-92A2-4E7499DA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76EE5-97EA-4608-BEB9-9C6DC17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193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Subject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52A90-34C4-4173-BCAF-B757F761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参考 DreamBench++：Concept Preservation + Prompt Following，VLM/人工抽查。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9340C7-DAD6-47C7-B2C2-76C938C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595AD-3CE4-4D41-A410-CDF54F66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9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C25EA-0D6C-448B-AA99-2C7D39C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D45E8-DE91-42E1-B6FE-3F95F767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62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Activation ranking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023F0-3B4B-4460-9CDE-89F4685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在通过 gate 的图里比较美感、情绪、记忆 proxy 和小样本人类偏好。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4EF8C-CD96-46DA-B186-8E0AB256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7AF02-BCB5-470C-AB89-A402C4CD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B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2E0BA-5C0A-4931-B7A3-7EE9D18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A0C40-A0E8-4445-8B59-5E5A9DA1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052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时间调制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28962-E07D-4CED-A217-8E5412DE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调整 early/mid/late 的 adapter scale、attention 或风格注入强度。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6BD9C-979D-495E-A320-5B1D3CC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4985AB-E356-44C2-BDFA-69A171E5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AF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03078-21B7-4D7A-88F6-81D7682E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221CC-40F3-461F-A338-3D94977B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482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形成问题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6A544-E635-4BBE-AEE1-133826B4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找到主体一致性和感知激活之间的可控 trade-off。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5A0CC-1DF9-4F07-B2BD-077E52DF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9F2D4F-471C-418D-9049-77062314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9267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31C89-ECA2-451C-BAF2-B2E0C11A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A4E72-4391-4ED0-85DB-B7FA1A34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762000"/>
            <a:ext cx="4095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C8FD5-1CE1-4B39-8DD0-2A595AA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666750"/>
            <a:ext cx="4095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78204-134D-49E7-8745-B32F985C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495300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B0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BA2FC-BAE8-4AE1-97ED-3E37A37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4953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A3CAB-77F2-4C1F-A837-61B45730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11544300" cy="624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7EB00-080E-4904-9BBD-FABF553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PCA-B0 group meeting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B14C8-56A5-402F-83EB-D6D410F8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资料入口：会后可直接点信息图打开链接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5ECBD-2B49-44EF-984E-08D6A1FF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287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4E77A-FD61-45D7-8FB9-BFB07C62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BE111-65B7-410C-9470-80EEE4D7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DreamBench++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E6B95-D7E8-42DC-8613-0E24CDA2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125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papers/DreamBenchPlus_2406.16855_full.pdf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00C57-FD04-4A83-8D22-4804BBBD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83182-6903-4E98-8BA0-BC0DE610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5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DreamBench++ arXiv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24995-2A08-43C0-9B27-21DAD96B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https://arxiv.org/abs/2406.16855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1DA42-2430-4E9E-BCF5-1C205DA3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8D9D5-E82E-47BD-88E5-F32DCE45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DreamBench++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734FD-2241-4412-8847-870ECE56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https://dreambenchplus.github.io/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AFD0C-A138-4FB8-B737-3273CC9D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48C6F-8309-4066-B56C-DCBC725C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DreamBench++ GitHub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9648F-96CC-49CF-B701-C120564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https://github.com/yuangpeng/dreambench_plus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ABED2-F0AD-45D8-8049-1B789356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F12AE-C67C-4B43-8772-8D25A55C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DSH-Bench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03502-A6C2-4183-AAFF-ED70D65E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https://arxiv.org/abs/2603.08090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65080-B503-4CE7-B67A-18D16435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E1946-8C65-4915-B2EE-3E759EC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Personalize Anything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4A576-5DDE-491D-ABF5-089BEA80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https://github.com/fenghora/personalize-anything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202BD-47D5-4604-AEE3-1A2B1C3D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2B1BA-F224-42FB-BDE7-5878AC87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Clickable infographic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875C9-0CA8-4AFE-9A29-FFB81B9E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PCA_B0_GROUP_MEETING_INFOGRAPHIC.html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CA7D2-D217-4FF0-8510-C5F56D6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38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6E8A3-CE22-4CB4-AFA1-6CD0BBF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82235"/>
                </a:solidFill>
                <a:latin typeface="Microsoft YaHei"/>
                <a:ea typeface="Microsoft YaHei"/>
                <a:cs typeface="Microsoft YaHei"/>
              </a:rPr>
              <a:t>Verbatim script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410CE-2FC3-4BF8-BBEE-7E1BCB0D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95800"/>
            <a:ext cx="398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788" b="0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PCA_B0_GROUP_MEETING_VERBATIM_SCRIPT.md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0909B-90D6-4B69-B6EF-54751571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说明：PPT 中保留可见 URL；真正可点击入口已放在 HTML 信息图里，适合本地浏览器直接打开。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8F3A36-BB9D-4959-A9DD-0AB6227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6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07086"/>
                </a:solidFill>
                <a:latin typeface="Segoe UI"/>
                <a:ea typeface="Segoe UI"/>
                <a:cs typeface="Segoe UI"/>
              </a:rPr>
              <a:t>DreamBench++ as subject gate · PCA-B0 / CTAS as perceptual activation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1ADFC-5DA5-4819-AC3C-70C1386B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5B74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75B74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5379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2026-05-27T01:28:53.1360000Z</dcterms:created>
  <dcterms:modified xsi:type="dcterms:W3CDTF">2026-05-27T01:28:53.1360000Z</dcterms:modified>
</coreProperties>
</file>