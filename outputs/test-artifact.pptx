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286ea29d6140a6" /><Relationship Type="http://schemas.openxmlformats.org/officeDocument/2006/relationships/extended-properties" Target="/docProps/app.xml" Id="Rcb15e94414eb4f81" /><Relationship Type="http://schemas.openxmlformats.org/officeDocument/2006/relationships/officeDocument" Target="/ppt/presentation.xml" Id="R6409e4ac40a14f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e909d4a7a04286"/>
  </p:sldMasterIdLst>
  <p:notesMasterIdLst>
    <p:notesMasterId xmlns:r="http://schemas.openxmlformats.org/officeDocument/2006/relationships" r:id="R13da44297cdc4980"/>
  </p:notesMasterIdLst>
  <p:sldIdLst>
    <p:sldId xmlns:r="http://schemas.openxmlformats.org/officeDocument/2006/relationships" id="256" r:id="R52b5b7fd02854e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909d4a7a04286" /><Relationship Type="http://schemas.openxmlformats.org/officeDocument/2006/relationships/theme" Target="/ppt/theme/theme1.xml" Id="Rf36e3233f79d4c6b" /><Relationship Type="http://schemas.openxmlformats.org/officeDocument/2006/relationships/notesMaster" Target="/ppt/notesMasters/notesMaster1.xml" Id="R13da44297cdc4980" /><Relationship Type="http://schemas.openxmlformats.org/officeDocument/2006/relationships/presProps" Target="/ppt/presProps.xml" Id="Ra912084bbecb4ef3" /><Relationship Type="http://schemas.openxmlformats.org/officeDocument/2006/relationships/viewProps" Target="/ppt/viewProps.xml" Id="Rafb8d8f0d7b544e0" /><Relationship Type="http://schemas.openxmlformats.org/officeDocument/2006/relationships/tableStyles" Target="/ppt/tableStyles.xml" Id="R6d5181219e8a43af" /><Relationship Type="http://schemas.openxmlformats.org/officeDocument/2006/relationships/slide" Target="/ppt/slides/slide1.xml" Id="R52b5b7fd02854e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bf2708d8bb04e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87b2a61d024b53" /><Relationship Type="http://schemas.openxmlformats.org/officeDocument/2006/relationships/notesMaster" Target="/ppt/notesMasters/notesMaster1.xml" Id="R0459b09bc7534a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a6cf7b4fd4e5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8df39638b29429d" /><Relationship Type="http://schemas.openxmlformats.org/officeDocument/2006/relationships/slideLayout" Target="/ppt/slideLayouts/slideLayout2.xml" Id="R23e8a98279c945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e8a98279c945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f11fde64be4a28" /><Relationship Type="http://schemas.openxmlformats.org/officeDocument/2006/relationships/notesSlide" Target="/ppt/notesSlides/notesSlide1.xml" Id="R8a4fb8dc53b446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3B8F7E-0909-4C6E-AF33-63D6B0C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992D8-C69F-4D35-9784-43906B63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0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测试 EOSTok</a:t>
            </a:r>
          </a:p>
        </p:txBody>
      </p:sp>
    </p:spTree>
    <p:extLst>
      <p:ext uri="{BB962C8B-B14F-4D97-AF65-F5344CB8AC3E}">
        <p14:creationId xmlns:p14="http://schemas.microsoft.com/office/powerpoint/2010/main" val="1970270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2026-05-27T01:37:50.4170000Z</dcterms:created>
  <dcterms:modified xsi:type="dcterms:W3CDTF">2026-05-27T01:37:50.4170000Z</dcterms:modified>
</coreProperties>
</file>